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54864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Projets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Postulation – Sergent, Compagnie Ambulances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657600" y="3749040"/>
            <a:ext cx="18288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 – SIS Genève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&amp; Approche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dicastères interconnectés dans une boucle d'amélioration continue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128016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64008" cy="1280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019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Évaluation, veille, contrôle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554480"/>
            <a:ext cx="2651760" cy="128016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554480"/>
            <a:ext cx="64008" cy="12801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2" name="Shape 9"/>
          <p:cNvSpPr/>
          <p:nvPr/>
        </p:nvSpPr>
        <p:spPr>
          <a:xfrm>
            <a:off x="3566160" y="1828800"/>
            <a:ext cx="502920" cy="502920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90195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052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16052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Indicateurs, dashboards, schéma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554480"/>
            <a:ext cx="2651760" cy="128016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554480"/>
            <a:ext cx="64008" cy="12801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16653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9019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9516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interne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99516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MedSim, boucle qualité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3108960"/>
            <a:ext cx="2651760" cy="128016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3108960"/>
            <a:ext cx="64008" cy="128016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4" name="Shape 19"/>
          <p:cNvSpPr/>
          <p:nvPr/>
        </p:nvSpPr>
        <p:spPr>
          <a:xfrm>
            <a:off x="731520" y="3383280"/>
            <a:ext cx="502920" cy="502920"/>
          </a:xfrm>
          <a:prstGeom prst="ellipse">
            <a:avLst/>
          </a:prstGeom>
          <a:solidFill>
            <a:srgbClr val="C2410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45643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25880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tiers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325880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Kirkpatrick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383280" y="3108960"/>
            <a:ext cx="2651760" cy="128016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383280" y="3108960"/>
            <a:ext cx="64008" cy="128016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0" name="Shape 24"/>
          <p:cNvSpPr/>
          <p:nvPr/>
        </p:nvSpPr>
        <p:spPr>
          <a:xfrm>
            <a:off x="3566160" y="338328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3456432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160520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160520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activité, encadrement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217920" y="3108960"/>
            <a:ext cx="2651760" cy="128016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217920" y="3108960"/>
            <a:ext cx="64008" cy="128016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6" name="Shape 2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374151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456432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95160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995160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traçabilité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3200400" y="4572000"/>
            <a:ext cx="2743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1" name="Text 33"/>
          <p:cNvSpPr/>
          <p:nvPr/>
        </p:nvSpPr>
        <p:spPr>
          <a:xfrm>
            <a:off x="320040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continue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 Matériel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256032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2801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d'évaluation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pondéré sur 6 axes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par seuils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1097280"/>
            <a:ext cx="2651760" cy="256032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801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comparative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900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moniteurs comparés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techniques &amp; éco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la décision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1097280"/>
            <a:ext cx="2651760" cy="256032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2801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péremptions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6364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par véhicule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couleur urgence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57200" y="3931920"/>
            <a:ext cx="54864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3"/>
          <p:cNvSpPr/>
          <p:nvPr/>
        </p:nvSpPr>
        <p:spPr>
          <a:xfrm>
            <a:off x="685800" y="3931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Décisions d'achat tracées et justifiables · Réduction du risque de péremption · Transition papier → numérique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 Qualité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256032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2801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qualité HTML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AVC, douleur, réanimation, trauma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période &amp; type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de seuils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1097280"/>
            <a:ext cx="2651760" cy="256032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801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Excel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900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croisés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mensuelles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interne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1097280"/>
            <a:ext cx="2651760" cy="256032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2801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transversal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6364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Avant/Pendant/Après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rétro-action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auto-apprenant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 Formation interne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MedSim – Simulation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interactif de cas cliniques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scénarios : ACR, AVC, trauma, choc, intox, brûlure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ECG en temps réel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performance + débriefing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Qualité ↔ Formation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029200" y="20116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Collecte des données terrain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Analyse &amp; extraction indicateurs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Identification besoins formation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Formation ciblée sur lacunes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Réévaluation &amp; mesure d'impact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4251960"/>
            <a:ext cx="54864" cy="64008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4251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les thèmes de formation reposent sur des données mesurables du terrain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🤝  Formation tiers – Kirkpatrick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011680" cy="274320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28016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immédiate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à chaud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2011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14600" y="1097280"/>
            <a:ext cx="2011680" cy="274320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28016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060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24688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Pré-test / Post-test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pratique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réussite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2011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2011680" cy="274320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9240" y="128016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0060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24688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terrain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3-6 mois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 cadres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2011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03720" y="1097280"/>
            <a:ext cx="2011680" cy="274320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43800" y="128016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9516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95160" y="24688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organisationnel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RACS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Débriefings conjoints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4114800"/>
            <a:ext cx="54864" cy="7315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1148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ajoutée : mesure objective de l'impact des formations dispensées aux tiers (police, pompiers, prison)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 Statistiques &amp; Encadrement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256032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2801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d'activité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temps réel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Leaflet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secteur/pathologie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données Excel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1097280"/>
            <a:ext cx="2651760" cy="256032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801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interventions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900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Horodatage complet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Pathologie &amp; NACA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source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1097280"/>
            <a:ext cx="2651760" cy="256032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2801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Encadrement étudiant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6364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compétences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individualisé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Débriefing systématique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indicateurs qualité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931920"/>
            <a:ext cx="54864" cy="82296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8" name="Text 13"/>
          <p:cNvSpPr/>
          <p:nvPr/>
        </p:nvSpPr>
        <p:spPr>
          <a:xfrm>
            <a:off x="685800" y="3931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Synergie : le dashboard identifie les tendances → oriente la formation · L'encadrement utilise MedSim et les grilles standardisées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🗂️  Archivage &amp; Documentation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37160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37160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Protocoles &amp; procédures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contrôlées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modifications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rapide terrain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37160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137160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connaissances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techniques matériel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Médicaments &amp; algorithmes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023360" cy="137160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43200"/>
            <a:ext cx="54864" cy="137160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révision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004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Mises à jour périodiques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automatiques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documents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1371600"/>
          </a:xfrm>
          <a:prstGeom prst="rect">
            <a:avLst/>
          </a:prstGeom>
          <a:solidFill>
            <a:srgbClr val="F8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43200"/>
            <a:ext cx="54864" cy="137160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numérique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2004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 → SharePoint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structuré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facilitée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Interdépendance des dicastères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0" y="868680"/>
            <a:ext cx="1371600" cy="731520"/>
          </a:xfrm>
          <a:prstGeom prst="ellipse">
            <a:avLst/>
          </a:prstGeom>
          <a:solidFill>
            <a:srgbClr val="C41E3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0" y="8686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126480" y="1554480"/>
            <a:ext cx="1371600" cy="73152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0" y="1554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2926080"/>
            <a:ext cx="1371600" cy="731520"/>
          </a:xfrm>
          <a:prstGeom prst="ellipse">
            <a:avLst/>
          </a:prstGeom>
          <a:solidFill>
            <a:srgbClr val="16653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3611880"/>
            <a:ext cx="1371600" cy="731520"/>
          </a:xfrm>
          <a:prstGeom prst="ellipse">
            <a:avLst/>
          </a:prstGeom>
          <a:solidFill>
            <a:srgbClr val="C2410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0" y="3611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2926080"/>
            <a:ext cx="1371600" cy="731520"/>
          </a:xfrm>
          <a:prstGeom prst="ellipse">
            <a:avLst/>
          </a:prstGeom>
          <a:solidFill>
            <a:srgbClr val="6D28D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0312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03120" y="1554480"/>
            <a:ext cx="1371600" cy="731520"/>
          </a:xfrm>
          <a:prstGeom prst="ellipse">
            <a:avLst/>
          </a:prstGeom>
          <a:solidFill>
            <a:srgbClr val="37415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03120" y="1554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1965960"/>
            <a:ext cx="219456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965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206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→ Formation : lacunes identifiées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→ Matériel : besoins terrain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→ Qualité : données mesurées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→ Tous : mémoire du système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Démonstration en ligne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1828800"/>
            <a:ext cx="2743200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8288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(à insérer)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https://votre-url.github.io/portfolio/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Projets – Sergent Compagnie Ambulances</dc:title>
  <dc:subject>PptxGenJS Presentation</dc:subject>
  <dc:creator>André</dc:creator>
  <cp:lastModifiedBy>André</cp:lastModifiedBy>
  <cp:revision>1</cp:revision>
  <dcterms:created xsi:type="dcterms:W3CDTF">2026-02-19T23:04:03Z</dcterms:created>
  <dcterms:modified xsi:type="dcterms:W3CDTF">2026-02-19T23:04:03Z</dcterms:modified>
</cp:coreProperties>
</file>